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Intelligence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Dashboard Suite for Data-Driven Marketing Decisions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33375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Performance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33375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Analytics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33375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Analyst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33375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Chatbot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Stakeholder Briefing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web application that consolidates marketing campaign analytics into one unified platform with real-time insights and an AI chatbot.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298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Modules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2402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 · Internal Analytics · Marketing Analyst (ROI &amp; Engagement) · AI PDF Chatbot. Covers campaign KPIs, channel analysis, financial metrics, and document Q&amp;A.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143000"/>
            <a:ext cx="2743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54496" y="1298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&amp; Data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Indian market campaigns across Social Media, Paid Ads, Email, Influencer &amp; CEO campaigns on channels like WhatsApp, YouTube, Instagram, Facebook, and Google.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serves a distinct analytics purpose for marketing stakeholders.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4206240" cy="1691640"/>
          </a:xfrm>
          <a:prstGeom prst="rect">
            <a:avLst/>
          </a:prstGeom>
          <a:solidFill>
            <a:srgbClr val="0F1E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34440"/>
            <a:ext cx="91440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307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581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9476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KPIs: Revenue, Profit, ROAS, CTR, Conversions, CPA. Month-wise trends and campaign type breakdowns. Ideal for executive summary review.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206240" cy="1691640"/>
          </a:xfrm>
          <a:prstGeom prst="rect">
            <a:avLst/>
          </a:prstGeom>
          <a:solidFill>
            <a:srgbClr val="0F1E3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9144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3075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581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Internal Analytics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9476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channel and segment analysis. Visualises customer segments (College, Youth, Working Women, Premium) vs. campaign performance using charts.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4206240" cy="1691640"/>
          </a:xfrm>
          <a:prstGeom prst="rect">
            <a:avLst/>
          </a:prstGeom>
          <a:solidFill>
            <a:srgbClr val="0F1E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108960"/>
            <a:ext cx="91440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182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" y="3456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Marketing Analyst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" y="3822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sub-dashboards — Investment ROI (Revenue, Profit, CAC, ROAS, RPC) and Engagement Intelligence (CTR, LCR, Engagement Score, active users).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06240" cy="1691640"/>
          </a:xfrm>
          <a:prstGeom prst="rect">
            <a:avLst/>
          </a:prstGeom>
          <a:solidFill>
            <a:srgbClr val="0F1E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91440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182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456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Chatbot (PDF)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822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campaign PDF report. FAISS semantic search finds relevant passages. Groq LLaMA-3 answers natural-language questions from the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KPIs Tracked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2788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2606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(₹)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— Customer Acquisition Cost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— Return on Ad Spend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— Revenue Per Click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788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06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— Click Through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— Lead Conversion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Engaged 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Wise Earn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Cost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097280"/>
            <a:ext cx="2788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97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72768"/>
            <a:ext cx="2606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Types: Social, Paid, Influencer, Email, CEO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WhatsApp, YouTube, Instagram, Facebook, Google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College, Youth, Working Women,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Buckets (Short / Medium / Long)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Trends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Profit &amp; CPA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Open-source, production-ready components powering the platform.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2788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32588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69164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(Google Fonts: Inter)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Theme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123444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234440"/>
            <a:ext cx="2788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132588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69164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data source (campaign_analyst.csv)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310896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3108960"/>
            <a:ext cx="2788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32004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356616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Pie, Scatter, Heatmap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10896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10896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2004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56616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(LLaMA-3.1-8B)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(vector similarity search)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(all-MiniLM-L6-v2)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498348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4983480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50749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544068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— PDF text extraction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Paragraph-level chunking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Q&amp;A over documents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4983480"/>
            <a:ext cx="2788920" cy="1664208"/>
          </a:xfrm>
          <a:prstGeom prst="rect">
            <a:avLst/>
          </a:prstGeom>
          <a:solidFill>
            <a:srgbClr val="0F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7336" y="4983480"/>
            <a:ext cx="2788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50749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544068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Session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filters: Campaign, Channel, Segment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Date-based aggregation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Data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9202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18013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Pandas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18013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Sidebar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19202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8013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3716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9202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18013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13716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Stakeholder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PDF Chatbot Branch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632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584448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34655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0632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0632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FAISS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584448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78808" y="34655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0632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0632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Groq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3584448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34655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30632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0632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Natural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Answer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 &amp; Why It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0F1E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Target 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/ Executives — High-level KPI summaries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Managers — Channel &amp; campaign performance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 — Deep-dive ROI &amp; engagement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Strategists — Segment &amp; duration insights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Ask the AI chatbot about any campaign report PDF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41148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8132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— no need to switch between 4 separate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INR-formatted financial breakdowns (Cr / L / 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PDF Q&amp;A eliminates manual report reading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Campaign, Channel, Segment without IT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reports for offline sharing with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Topic: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AI-Powered Marketing Intelligence Platform built with Streamlit &amp; Python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Scope: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4 modules — Performance, Internal Analytics, Marketing Analyst, AI Chatbot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Domain: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Digital Marketing &amp; Data Analytics (Indian market, multi-channel, multi-segment)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 Source of Truth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9272" y="30175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AI-Augmented Insights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30175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No-Code for Stakeholders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7B8"/>
                </a:solidFill>
              </a:rPr>
              <a:t>Questions? — Please reach out to the Data &amp; AI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Marketing Intelligence Platform</dc:title>
  <dc:subject>PptxGenJS Presentation</dc:subject>
  <dc:creator>Data &amp; AI Team</dc:creator>
  <cp:lastModifiedBy>Data &amp; AI Team</cp:lastModifiedBy>
  <cp:revision>1</cp:revision>
  <dcterms:created xsi:type="dcterms:W3CDTF">2026-05-30T18:04:31Z</dcterms:created>
  <dcterms:modified xsi:type="dcterms:W3CDTF">2026-05-30T18:04:31Z</dcterms:modified>
</cp:coreProperties>
</file>